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מכירות ברבעון השלישי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16459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המרכז הוביל את המכירות ברבעון.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669280" cy="35275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מחירון ציוד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16459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מחירי הציוד המעודכנים לשנה הבאה.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669280" cy="23810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הודעת מערכת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16459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צילום מסך מהמערכת לאחר העדכון.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669280" cy="21646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אתר הנופש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16459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תמונה מאתר הכנס השנתי.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669280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ארכיטקטורה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16459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הקובץ עובר מ-Open WebUI ל-docintel ומשם ל-Xberg.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669280" cy="26078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שעות פעילות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16459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שעות הפעילות של המוקד.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669280" cy="21543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תודה רבה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0" y="16459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שאלות?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669280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