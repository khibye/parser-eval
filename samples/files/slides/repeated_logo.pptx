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שקופית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תוכן השקופית מספר 1 ברבעון.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שקופית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תוכן השקופית מספר 2 ברבעון.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שקופית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תוכן השקופית מספר 3 ברבעון.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שקופית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תוכן השקופית מספר 4 ברבעון.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סיכום הרבעון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כל היעדים הושגו.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267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